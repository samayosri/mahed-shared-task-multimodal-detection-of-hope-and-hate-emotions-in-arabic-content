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525" y="2422177"/>
            <a:ext cx="2266950" cy="276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2903" y="2888902"/>
            <a:ext cx="9546193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Task 2 — EDA &amp; Baseline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92723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Exploratory Data Analysis and AraBERT Feature Extraction Benchmark for Emotion, Offensive Language, and Hate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2200"/>
            <a:ext cx="3530649" cy="302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62200"/>
            <a:ext cx="3530649" cy="3028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62200"/>
            <a:ext cx="3530649" cy="3028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209925"/>
            <a:ext cx="312710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1. Dataset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638550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Analyzed 5,960 text samples across 12 fine-grained emotion classes, offensive language indicators, and conditional hate speech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6974" y="3209925"/>
            <a:ext cx="3127109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2. AraBERT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6974" y="3971925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Extracted 768-dimensional dense contextual embeddings using pre-trained AraBERT model with batched mean-pooling across the full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224" y="3209925"/>
            <a:ext cx="312710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3. Logistic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224" y="3638550"/>
            <a:ext cx="29781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Established clean benchmark performance with standalone Logistic Regression classifiers to evaluate non-fine-tuned embedding quality.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86050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8605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860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Weekly Progress Overview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164556"/>
          <a:ext cx="11029949" cy="3424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96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7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Column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Non-Null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Description &amp;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70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5,960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int64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Unique identifier for each text sample in train.csv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70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5,960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Raw dialectal and Modern Standard Arabic content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70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Emotion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5,960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12 fine-grained categories (Anger, Disgust, Joy, etc.)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70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Offensive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5,960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Binary classification (Offensive vs. Non-Offensive)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707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1,744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Conditional label (evaluated on offensive subset)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721768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97497" y="2721768"/>
            <a:ext cx="2113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11154" y="2721768"/>
            <a:ext cx="1603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14479" y="2721768"/>
            <a:ext cx="52964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93268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97497" y="3293268"/>
            <a:ext cx="2113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11154" y="3293268"/>
            <a:ext cx="1603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14479" y="3293268"/>
            <a:ext cx="52964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864768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97497" y="3864768"/>
            <a:ext cx="2113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11154" y="3864768"/>
            <a:ext cx="1603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14479" y="3864768"/>
            <a:ext cx="52964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436268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97497" y="4436268"/>
            <a:ext cx="2113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11154" y="4436268"/>
            <a:ext cx="1603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14479" y="4436268"/>
            <a:ext cx="52964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007768"/>
            <a:ext cx="20164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97497" y="5007768"/>
            <a:ext cx="21136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11154" y="5007768"/>
            <a:ext cx="1603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14479" y="5007768"/>
            <a:ext cx="52964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MAHED 2025 Dataset 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11049000" cy="5010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981575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Lato"/>
              </a:rPr>
              <a:t>Significant class imbalance present: Hostile emotions (Anger + Disgust) constitute 39.06% of total instances, whereas Fear (0.89%) and Surprise (2.40%) are underrepresented.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Emotion Label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5062"/>
            <a:ext cx="5334000" cy="2943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5062"/>
            <a:ext cx="5334000" cy="2943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719387"/>
            <a:ext cx="49406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Offensive Language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148012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Total Coverage: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Fully annotated across all 5,960 entries.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19487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Target Definition: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Identifies explicit insults, abusive phrases, vulgarity, or personal attacks regardless of target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148137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Baseline Impact: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Serves as the primary gatekeeping binary classification task for downstream filtering.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719387"/>
            <a:ext cx="49406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Hate Speech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148012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Subset Coverage: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1,744 non-null instances (conditional sub-dataset).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776662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Target Definition: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Isolates targeted hate speech aimed at protected attributes (race, religion, gender, social background).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405312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Baseline Impact: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Requires missing-value handling / subset filtering prior to model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Harmful Content &amp; Conditional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066925"/>
            <a:ext cx="4905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ArabertPreprocessor Integration: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Diacritic removal, HTML unescaping, character normalization, and dialectal standardization.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09900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NLTK Stopword Filtering: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Stripped non-informative Arabic stopwords to refine n-gram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95700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BiDi &amp; Reshaping Support: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Applied arabic_reshaper and python-bidi for visual rendering and plot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381500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N-Gram Analysis: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Unigram/Bigram frequency distribution derived via CountVectorizer for lexical EDA.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737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33712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719512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405312"/>
            <a:ext cx="2381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Preprocessing &amp; Linguistic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76450"/>
            <a:ext cx="5314950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066925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Pre-trained AraBERT Encoder: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Leveraged AutoModel and AutoTokenizer without backpropagation fine-tuning.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752725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Batched Feature Inference: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Batched execution with PyTorch torch.no_grad() for fast linear feature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438525"/>
            <a:ext cx="4905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Mean Pooling Strategy: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Aggregated token-level hidden states into single 768-dimensional document vectors.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24325"/>
            <a:ext cx="4905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Linear Classification: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Fit individual scikit-learn LogisticRegression heads for Emotion, Offensive, and Hate tasks.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0737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776537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62337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48137"/>
            <a:ext cx="1619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Baseline Feature Extraction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3871"/>
            <a:ext cx="5334000" cy="29456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3871"/>
            <a:ext cx="5334000" cy="29456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804046"/>
            <a:ext cx="4705350" cy="7167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546871"/>
            <a:ext cx="4705350" cy="8416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2718196"/>
            <a:ext cx="49406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Mean Token Pooling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146821"/>
            <a:ext cx="47053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Calculates the average contextual representation across token length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663678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Transforms sequence length to fixed 768-dim feature vector.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2718196"/>
            <a:ext cx="49406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Logistic Regression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146821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Computes probability distribution for class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531369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Standardized objective across all target sub-tasks.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" y="3470671"/>
            <a:ext cx="12382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2021" y="3994546"/>
            <a:ext cx="830907" cy="33575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0275" y="3213496"/>
            <a:ext cx="857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2624" y="3737371"/>
            <a:ext cx="2139701" cy="4606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Embedding Pooling Formulation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3019425"/>
            <a:ext cx="10620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Stratified Train/Test Split: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Maintained consistent label distribution ratios across train and evaluation 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448050"/>
            <a:ext cx="10620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Zero Fine-Tuning Constraint: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AraBERT weights frozen during execution to isolate raw embedding utility as a baseline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3876675"/>
            <a:ext cx="10620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Evaluation Metrics: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Accuracy, Precision, Recall, Macro-F1, Weighted-F1, and Confusion Matrices generated per target label.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305300"/>
            <a:ext cx="106203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E1B4B"/>
                </a:solidFill>
                <a:latin typeface="Lato"/>
              </a:rPr>
              <a:t>Batched GPU Execution: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Accelerated feature extraction using PyTorch tensor processing for scalable dataset handling.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71862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00487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29112"/>
            <a:ext cx="1809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Benchmark Experimental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228850"/>
          <a:ext cx="11029948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3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8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 Sub-Task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Target Classes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Model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Baseline Challenge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12E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Emotion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12 Multi-Class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AraBERT Embeddings + 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Severe class imbalance (Anger 26% vs Fear 0.89%)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Offensive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 Binary (OFF / NOT_OFF)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AraBERT Embeddings + 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Distinguishing mild dialectal slang from explicit abuse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4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Hate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2 Binary (HS / NOT_HS)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AraBERT Embeddings + 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Reduced sample count (1,744 entries) &amp; subtle targeting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028950"/>
            <a:ext cx="16920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73051" y="3028950"/>
            <a:ext cx="21252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98317" y="3028950"/>
            <a:ext cx="3233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2203" y="3028950"/>
            <a:ext cx="3978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857625"/>
            <a:ext cx="16920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73051" y="3857625"/>
            <a:ext cx="21252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98317" y="3857625"/>
            <a:ext cx="3233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2203" y="3857625"/>
            <a:ext cx="3978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686300"/>
            <a:ext cx="169202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3051" y="4686300"/>
            <a:ext cx="21252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317" y="4686300"/>
            <a:ext cx="32338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2203" y="4686300"/>
            <a:ext cx="39787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Baseline Benchmark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7500"/>
            <a:ext cx="426720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238500"/>
            <a:ext cx="35052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FFFFFF"/>
                </a:solidFill>
                <a:latin typeface="Poppi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86250"/>
            <a:ext cx="350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0E7FF"/>
                </a:solidFill>
                <a:latin typeface="Lato SemiBold"/>
              </a:rPr>
              <a:t>Emotion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2719387"/>
            <a:ext cx="672084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12E81"/>
                </a:solidFill>
                <a:latin typeface="Poppins SemiBold"/>
              </a:rPr>
              <a:t>Primary Execution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9700" y="3148012"/>
            <a:ext cx="6400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Representation Quality: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Mean-pooled AraBERT embeddings provide solid baseline semantic vectors without fine-tuning overhead.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3776662"/>
            <a:ext cx="6400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Minority Class Degradation: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Multi-class logistic regression struggles on low-frequency classes (Fear, Surprise, Pessimism) due to unweighted loss functions.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9700" y="4405312"/>
            <a:ext cx="6400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Need for Task Alignment: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Contextual embeddings require domain-specific fine-tuning (MARBERT / AraBERT-v02) to capture dialectal nuances.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Baseline Insights &amp; Bottlenecks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05300"/>
            <a:ext cx="2541240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790825"/>
            <a:ext cx="2541240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305300"/>
            <a:ext cx="2541240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790825"/>
            <a:ext cx="2541240" cy="1038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40481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467225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F46E5"/>
                </a:solidFill>
                <a:latin typeface="Poppins Semi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781550"/>
            <a:ext cx="22173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Fine-tune Transformer backbones end-to-end (MARBERT / AraBERT).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952750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F46E5"/>
                </a:solidFill>
                <a:latin typeface="Poppins Semi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3267075"/>
            <a:ext cx="22173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Implement focal loss &amp; class re-weighting for rare emotions.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467225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F46E5"/>
                </a:solidFill>
                <a:latin typeface="Poppins Semi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781550"/>
            <a:ext cx="221739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Lato"/>
              </a:rPr>
              <a:t>Develop Multi-Task Joint Head (Emotion + Offensive + Hate).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952750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F46E5"/>
                </a:solidFill>
                <a:latin typeface="Poppins Semi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3267075"/>
            <a:ext cx="2217390" cy="18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334155"/>
                </a:solidFill>
                <a:latin typeface="Lato"/>
              </a:rPr>
              <a:t>Ensemble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1B4B"/>
                </a:solidFill>
                <a:latin typeface="Poppins"/>
              </a:rPr>
              <a:t>Future Iterations &amp;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46870" y="39719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2790" y="39719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8709" y="39719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54629" y="39719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742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sama yosri</cp:lastModifiedBy>
  <cp:revision>2</cp:revision>
  <dcterms:created xsi:type="dcterms:W3CDTF">2013-01-27T09:14:16Z</dcterms:created>
  <dcterms:modified xsi:type="dcterms:W3CDTF">2026-08-28T19:44:44Z</dcterms:modified>
  <cp:category/>
</cp:coreProperties>
</file>